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5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5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2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1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4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01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7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5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7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7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7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5751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52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4631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7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8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1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83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html/html-scientific-calculator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" y="1023421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Scientific Calculator Using Python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Tinkter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210" y="2573393"/>
            <a:ext cx="7034375" cy="3880773"/>
          </a:xfrm>
        </p:spPr>
        <p:txBody>
          <a:bodyPr>
            <a:normAutofit/>
          </a:bodyPr>
          <a:lstStyle/>
          <a:p>
            <a:pPr algn="ctr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NextHikes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Solutions – Project 2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By: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Rashi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GUI-based calculator using Python,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Math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519" y="1780446"/>
            <a:ext cx="6347714" cy="3880773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Basic, Advanced and Scientific calculations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graphical interface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calculation and result display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learning GUI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100" y="228315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My Calculator is Unique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662" y="1116194"/>
            <a:ext cx="6744990" cy="4853091"/>
          </a:xfrm>
        </p:spPr>
        <p:txBody>
          <a:bodyPr>
            <a:normAutofit fontScale="92500" lnSpcReduction="20000"/>
          </a:bodyPr>
          <a:lstStyle/>
          <a:p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3-in-1 Calculator (Basic + Advanced + Scientific)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functions: sin, cos, tan, log, sqrt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error handling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Displays: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Cannot divide by zero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Error</a:t>
            </a:r>
          </a:p>
          <a:p>
            <a:pPr marL="0" indent="0">
              <a:buNone/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GUI-Based Interface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Button-Based Inputs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Display Screen</a:t>
            </a:r>
          </a:p>
          <a:p>
            <a:pPr>
              <a:buFont typeface="Arial" panose="020B0604020202020204" pitchFamily="34" charset="0"/>
              <a:buChar char="•"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29D50-377C-4C83-B029-85EE7194B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905" y="2250039"/>
            <a:ext cx="3251678" cy="3719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18526"/>
            <a:ext cx="6347714" cy="4222837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</a:t>
            </a:r>
          </a:p>
          <a:p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GUI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Module for scientific calculations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Development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0242-CE24-455A-B957-246B6646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966" y="311649"/>
            <a:ext cx="6811767" cy="100344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Code Architecture and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7DA0BA-34DF-4A5E-A605-4A448D8713E9}"/>
              </a:ext>
            </a:extLst>
          </p:cNvPr>
          <p:cNvSpPr/>
          <p:nvPr/>
        </p:nvSpPr>
        <p:spPr>
          <a:xfrm>
            <a:off x="410966" y="2386307"/>
            <a:ext cx="248120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User Input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Button Click Event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Expression Processing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Scientific Calculation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Result Display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6216D5-E786-4FED-A2FD-C69B454CD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547807"/>
              </p:ext>
            </p:extLst>
          </p:nvPr>
        </p:nvGraphicFramePr>
        <p:xfrm>
          <a:off x="3390472" y="2151012"/>
          <a:ext cx="3659309" cy="3791466"/>
        </p:xfrm>
        <a:graphic>
          <a:graphicData uri="http://schemas.openxmlformats.org/drawingml/2006/table">
            <a:tbl>
              <a:tblPr/>
              <a:tblGrid>
                <a:gridCol w="1347623">
                  <a:extLst>
                    <a:ext uri="{9D8B030D-6E8A-4147-A177-3AD203B41FA5}">
                      <a16:colId xmlns:a16="http://schemas.microsoft.com/office/drawing/2014/main" val="930572512"/>
                    </a:ext>
                  </a:extLst>
                </a:gridCol>
                <a:gridCol w="2311686">
                  <a:extLst>
                    <a:ext uri="{9D8B030D-6E8A-4147-A177-3AD203B41FA5}">
                      <a16:colId xmlns:a16="http://schemas.microsoft.com/office/drawing/2014/main" val="650840430"/>
                    </a:ext>
                  </a:extLst>
                </a:gridCol>
              </a:tblGrid>
              <a:tr h="351756">
                <a:tc>
                  <a:txBody>
                    <a:bodyPr/>
                    <a:lstStyle/>
                    <a:p>
                      <a:r>
                        <a:rPr lang="en-IN" sz="1800" dirty="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786134"/>
                  </a:ext>
                </a:extLst>
              </a:tr>
              <a:tr h="351756">
                <a:tc>
                  <a:txBody>
                    <a:bodyPr/>
                    <a:lstStyle/>
                    <a:p>
                      <a:r>
                        <a:rPr lang="en-IN" sz="1800" dirty="0"/>
                        <a:t>press()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Capture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531286"/>
                  </a:ext>
                </a:extLst>
              </a:tr>
              <a:tr h="615573">
                <a:tc>
                  <a:txBody>
                    <a:bodyPr/>
                    <a:lstStyle/>
                    <a:p>
                      <a:r>
                        <a:rPr lang="en-IN" sz="1800" dirty="0"/>
                        <a:t>calculate()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Evaluate 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832896"/>
                  </a:ext>
                </a:extLst>
              </a:tr>
              <a:tr h="351756">
                <a:tc>
                  <a:txBody>
                    <a:bodyPr/>
                    <a:lstStyle/>
                    <a:p>
                      <a:r>
                        <a:rPr lang="en-IN" sz="1800"/>
                        <a:t>clear()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Reset Calculator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560206"/>
                  </a:ext>
                </a:extLst>
              </a:tr>
              <a:tr h="351756">
                <a:tc>
                  <a:txBody>
                    <a:bodyPr/>
                    <a:lstStyle/>
                    <a:p>
                      <a:r>
                        <a:rPr lang="en-IN" sz="1800" dirty="0" err="1"/>
                        <a:t>sin_func</a:t>
                      </a:r>
                      <a:r>
                        <a:rPr lang="en-IN" sz="18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Sine Calculation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098993"/>
                  </a:ext>
                </a:extLst>
              </a:tr>
              <a:tr h="351756">
                <a:tc>
                  <a:txBody>
                    <a:bodyPr/>
                    <a:lstStyle/>
                    <a:p>
                      <a:r>
                        <a:rPr lang="en-IN" sz="1800"/>
                        <a:t>cos_func()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Cosine Calculation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449984"/>
                  </a:ext>
                </a:extLst>
              </a:tr>
              <a:tr h="615573">
                <a:tc>
                  <a:txBody>
                    <a:bodyPr/>
                    <a:lstStyle/>
                    <a:p>
                      <a:r>
                        <a:rPr lang="en-IN" sz="1800"/>
                        <a:t>tan_func()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Tangent Calculation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648164"/>
                  </a:ext>
                </a:extLst>
              </a:tr>
              <a:tr h="351756">
                <a:tc>
                  <a:txBody>
                    <a:bodyPr/>
                    <a:lstStyle/>
                    <a:p>
                      <a:r>
                        <a:rPr lang="en-IN" sz="1800"/>
                        <a:t>sqrt_func()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Square Root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593544"/>
                  </a:ext>
                </a:extLst>
              </a:tr>
              <a:tr h="351756">
                <a:tc>
                  <a:txBody>
                    <a:bodyPr/>
                    <a:lstStyle/>
                    <a:p>
                      <a:r>
                        <a:rPr lang="en-IN" sz="1800"/>
                        <a:t>log_func()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Logarithm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04761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0E20E81-9F27-4DD3-AD0C-F053241A25C9}"/>
              </a:ext>
            </a:extLst>
          </p:cNvPr>
          <p:cNvSpPr/>
          <p:nvPr/>
        </p:nvSpPr>
        <p:spPr>
          <a:xfrm>
            <a:off x="267128" y="1525231"/>
            <a:ext cx="22751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/>
              <a:t>Project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D87FAF-7BEF-4FB2-83DF-38E54441B0A0}"/>
              </a:ext>
            </a:extLst>
          </p:cNvPr>
          <p:cNvSpPr/>
          <p:nvPr/>
        </p:nvSpPr>
        <p:spPr>
          <a:xfrm>
            <a:off x="4134578" y="1525231"/>
            <a:ext cx="19775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/>
              <a:t>Core Functions</a:t>
            </a:r>
          </a:p>
        </p:txBody>
      </p:sp>
    </p:spTree>
    <p:extLst>
      <p:ext uri="{BB962C8B-B14F-4D97-AF65-F5344CB8AC3E}">
        <p14:creationId xmlns:p14="http://schemas.microsoft.com/office/powerpoint/2010/main" val="4204919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248" y="401296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283066"/>
            <a:ext cx="6347714" cy="3880773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 calculations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Trigonometric calculations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(sin(), cos(), tan(), log(), √)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Logarithm and square root operations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fast outputs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CC378C-759D-4C34-96BE-57D5D1829EE5}"/>
              </a:ext>
            </a:extLst>
          </p:cNvPr>
          <p:cNvSpPr/>
          <p:nvPr/>
        </p:nvSpPr>
        <p:spPr>
          <a:xfrm>
            <a:off x="1827091" y="3243583"/>
            <a:ext cx="43460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My Calculator is Better</a:t>
            </a:r>
            <a:endParaRPr lang="en-IN" sz="2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FB9BD-D646-4B34-B2B2-2A078543C83C}"/>
              </a:ext>
            </a:extLst>
          </p:cNvPr>
          <p:cNvSpPr/>
          <p:nvPr/>
        </p:nvSpPr>
        <p:spPr>
          <a:xfrm>
            <a:off x="538248" y="4116981"/>
            <a:ext cx="71679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Basic + Scientific Functions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Errors Gracefully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 GUI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Features than a Basic Calculator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Extend with New Functions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225" y="816637"/>
            <a:ext cx="6649087" cy="1320800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Outcomes,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811269"/>
            <a:ext cx="6347714" cy="3880773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Python Programming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 Development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Handling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professional GUI-based Advanced and Scientific Calculator capable of performing both arithmetic and scientific operations efficiently.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A844-026D-4A92-8422-8ED0CD313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9369D-3D37-4248-912A-0323447C7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131" y="1780446"/>
            <a:ext cx="6993277" cy="430185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Official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Python programming concepts and syntax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GUI development (buttons, frames, entry widgets).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Math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scientific functions such as sin(), cos(), tan(), sqrt(), and log()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https://www.geeksforgeeks.org/html/html-scientific-calculator/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https://www.geeksforgeeks.org/python/scientific-gui-calculator-using-tkinter-in-python</a:t>
            </a:r>
            <a:r>
              <a:rPr lang="en-IN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05039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A10CF-CEC1-40FD-AEEC-2E3EEA4C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258" y="2994631"/>
            <a:ext cx="6347714" cy="1320800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039403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</TotalTime>
  <Words>353</Words>
  <Application>Microsoft Office PowerPoint</Application>
  <PresentationFormat>On-screen Show (4:3)</PresentationFormat>
  <Paragraphs>97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Times New Roman</vt:lpstr>
      <vt:lpstr>Trebuchet MS</vt:lpstr>
      <vt:lpstr>Wingdings</vt:lpstr>
      <vt:lpstr>Wingdings 3</vt:lpstr>
      <vt:lpstr>Facet</vt:lpstr>
      <vt:lpstr>Basic or Advanced and Scientific Calculator Using Python Tinkter</vt:lpstr>
      <vt:lpstr>Project Overview and Problem Statement</vt:lpstr>
      <vt:lpstr>Why My Calculator is Unique</vt:lpstr>
      <vt:lpstr>Development Tools</vt:lpstr>
      <vt:lpstr>Code Architecture and Workflow</vt:lpstr>
      <vt:lpstr>Results &amp; Output</vt:lpstr>
      <vt:lpstr>Learning Outcomes, Conclusion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or Advanced and Scientific Calculator Using Python Tinkter</dc:title>
  <dc:subject/>
  <dc:creator>prave</dc:creator>
  <cp:keywords/>
  <dc:description>generated using python-pptx</dc:description>
  <cp:lastModifiedBy>prave</cp:lastModifiedBy>
  <cp:revision>9</cp:revision>
  <dcterms:created xsi:type="dcterms:W3CDTF">2013-01-27T09:14:16Z</dcterms:created>
  <dcterms:modified xsi:type="dcterms:W3CDTF">2026-06-24T17:49:38Z</dcterms:modified>
  <cp:category/>
</cp:coreProperties>
</file>